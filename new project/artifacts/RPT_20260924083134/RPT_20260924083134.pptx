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region, $M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 America</c:v>
                  </c:pt>
                  <c:pt idx="1">
                    <c:v>EMEA</c:v>
                  </c:pt>
                  <c:pt idx="2">
                    <c:v>APAC</c:v>
                  </c:pt>
                  <c:pt idx="3">
                    <c:v>LATAM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52.6</c:v>
                </c:pt>
                <c:pt idx="1">
                  <c:v>38.4</c:v>
                </c:pt>
                <c:pt idx="2">
                  <c:v>22.9</c:v>
                </c:pt>
                <c:pt idx="3">
                  <c:v>11.5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performance 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reporting pack with editable charts, tables and KPI callouts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Revenue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76072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$125.4M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53512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 YoY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072384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11.1%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9824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FFF5E0"/>
          </a:solidFill>
          <a:ln w="12700">
            <a:solidFill>
              <a:srgbClr val="FFF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68696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568696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42.4%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46136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per Employee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065008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$245K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30352" y="2240280"/>
          <a:ext cx="5349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267712"/>
          <a:ext cx="5349240" cy="3200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640080"/>
                <a:gridCol w="2514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 Revenue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$125.4M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finance_dw.sales_fact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42.4%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Cost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$31.5M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YELLOW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finance_dw.opex_fact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Headcount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512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NEUTRAL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hr_dw.employee_snapshot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 per Employee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$245K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6236208" y="5596128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checks passed for the selected quarterly KPI pack. Warnings and source lineage travel with the exported report manifest.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11480" y="6556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 RPT_20260924083134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7909560" y="6556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with full manifest and audit trail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trail and data lineage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60704"/>
          <a:ext cx="10972800" cy="4297680"/>
        </p:xfrm>
        <a:graphic>
          <a:graphicData uri="http://schemas.openxmlformats.org/drawingml/2006/table">
            <a:tbl>
              <a:tblPr/>
              <a:tblGrid>
                <a:gridCol w="1005840"/>
                <a:gridCol w="2057400"/>
                <a:gridCol w="1005840"/>
                <a:gridCol w="6903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 started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 generation initiated by alice@company.com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template validation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Quarterly Finance Board Pack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 Revenue: $125.4M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 Growth YoY: 11.1%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 Revenue Prior Year: $112.9M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Margin: 42.4%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 of Goods Sold: $72.2M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Cost: $31.5M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08:31:34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Headcount: 512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21792" y="5577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summary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5559552"/>
            <a:ext cx="9464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Revenue: finance_dw.sales_fact.revenue, calendar_dim.fiscal_quarter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 YoY: q3_revenue, q3_revenue_py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Revenue Prior Year: finance_dw.sales_fact.revenue, calendar_dim.fiscal_quarter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Margin: q3_revenue, cogs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of Goods Sold: finance_dw.cost_fact.cogs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Cost: finance_dw.opex_fact.opex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Headcount: hr_dw.employee_snapshot.employee_id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411480" y="6556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 RPT_20260924083134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7909560" y="6556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with full manifest and audit trail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Finance Transformation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Finance Board Pack RPT_20260924083134</dc:title>
  <dc:subject>KPI-to-PowerPoint report</dc:subject>
  <dc:creator>KPI Report Generator</dc:creator>
  <cp:lastModifiedBy>KPI Report Generator</cp:lastModifiedBy>
  <cp:revision>1</cp:revision>
  <dcterms:created xsi:type="dcterms:W3CDTF">2026-09-24T08:31:34Z</dcterms:created>
  <dcterms:modified xsi:type="dcterms:W3CDTF">2026-09-24T08:31:34Z</dcterms:modified>
</cp:coreProperties>
</file>